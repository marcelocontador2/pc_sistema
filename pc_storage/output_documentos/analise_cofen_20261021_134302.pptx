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-70,9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R$ 16,3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R$ 616,6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Equação patrimonial: Ativo = Passivo + PL (R$ 616,6 milhões).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R$ 616,6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R$ 16,3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PL explicado pelo aumento de créditos tributários a receber (superávit patrimonial); aumento do imobilizado reflete investimentos na futura sede; baixíssima participação do passivo exigível (1,75% do ativo).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posição financeira extremamente sólida e de baixo risco (Liquidez Corrente de 25.71).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cresce de forma moderada enquanto as despesas aceleram; o superávit orçamentário caiu 35%, exigindo monitoramento; e a elevada inscrição de restos a pagar (R$ 32,9 mi) impacta o caixa futuro.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permanece equilibrado (ingressos = dispêndios); há redução expressiva na geração de caixa (-55,88%); e aumento significativo nos pagamentos de restos a pagar, indicando melhora na gestão de passivos.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42,45% → 26,88% </a:t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/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R$ 184,6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(+0,73%)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25.7)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(1.98%)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(R$ 604,4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orçamentário (-35%)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 (R$ 32,9 mi)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 (-12,2%)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 (+68%)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