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patrimonial: Ativo = Passivo + PL (R$ 616,6 milhões).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extremamente sólida e de baixo risco.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25.7)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(1.98%)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