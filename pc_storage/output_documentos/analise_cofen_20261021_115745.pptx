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Equação patrimonial: Ativo = Passivo + PL (R$ 616,6 milhões).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crescimento do PL explicado pelo aumento de créditos tributários a receber (superávit patrimonial de R$ 16,3 mi); aumento do imobilizado reflete investimentos na futura sede; baixíssima participação do passivo exigível (1.98% do ativo).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posição financeira extremamente sólida e de baixo risco (Liquidez Corrente de 25.71).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receita cresce de forma moderada (+1.73%) enquanto as despesas aceleram (+9.80%); o superávit orçamentário variou 38.33%, exigindo monitoramento.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o caixa permanece equilibrado; há variação na geração de caixa; e os pagamentos de restos a pagar impactam o caixa futuro.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 | 42,45% → 8.97%
(Superávit Patrimonial / Variações Ativas)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(1,75%)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